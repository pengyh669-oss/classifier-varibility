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39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08"/>
        <p:guide pos="39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流程图: 过程 43"/>
          <p:cNvSpPr/>
          <p:nvPr/>
        </p:nvSpPr>
        <p:spPr>
          <a:xfrm>
            <a:off x="5332095" y="2372995"/>
            <a:ext cx="3294380" cy="222504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7117715" y="3564890"/>
            <a:ext cx="1244600" cy="49403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流程图: 过程 5"/>
          <p:cNvSpPr/>
          <p:nvPr/>
        </p:nvSpPr>
        <p:spPr>
          <a:xfrm>
            <a:off x="1981200" y="2366010"/>
            <a:ext cx="3281045" cy="2225675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同侧圆角矩形 6"/>
          <p:cNvSpPr/>
          <p:nvPr/>
        </p:nvSpPr>
        <p:spPr>
          <a:xfrm>
            <a:off x="1979930" y="1934845"/>
            <a:ext cx="3282315" cy="428625"/>
          </a:xfrm>
          <a:prstGeom prst="round2Same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/>
              <a:t>Task 1 Chassifier Choice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13" name="流程图: 可选过程 12"/>
          <p:cNvSpPr/>
          <p:nvPr/>
        </p:nvSpPr>
        <p:spPr>
          <a:xfrm>
            <a:off x="2096770" y="3283585"/>
            <a:ext cx="1095375" cy="37719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Basic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一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___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外套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18" name="流程图: 过程 17"/>
          <p:cNvSpPr/>
          <p:nvPr/>
        </p:nvSpPr>
        <p:spPr>
          <a:xfrm>
            <a:off x="3787775" y="2663190"/>
            <a:ext cx="1074420" cy="24574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流程图: 过程 19"/>
          <p:cNvSpPr/>
          <p:nvPr/>
        </p:nvSpPr>
        <p:spPr>
          <a:xfrm>
            <a:off x="3787775" y="3178175"/>
            <a:ext cx="630555" cy="245745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流程图: 过程 20"/>
          <p:cNvSpPr/>
          <p:nvPr/>
        </p:nvSpPr>
        <p:spPr>
          <a:xfrm>
            <a:off x="3787775" y="3605530"/>
            <a:ext cx="219075" cy="265430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流程图: 过程 21"/>
          <p:cNvSpPr/>
          <p:nvPr/>
        </p:nvSpPr>
        <p:spPr>
          <a:xfrm>
            <a:off x="3787775" y="4052570"/>
            <a:ext cx="81280" cy="277495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/>
        </p:nvSpPr>
        <p:spPr>
          <a:xfrm>
            <a:off x="3258185" y="3423920"/>
            <a:ext cx="208280" cy="1587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流程图: 可选过程 30"/>
          <p:cNvSpPr/>
          <p:nvPr/>
        </p:nvSpPr>
        <p:spPr>
          <a:xfrm>
            <a:off x="2112645" y="2695575"/>
            <a:ext cx="1096010" cy="37719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Superordinate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一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___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衣服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32" name="流程图: 可选过程 31"/>
          <p:cNvSpPr/>
          <p:nvPr/>
        </p:nvSpPr>
        <p:spPr>
          <a:xfrm>
            <a:off x="2112645" y="3870960"/>
            <a:ext cx="1095375" cy="377190"/>
          </a:xfrm>
          <a:prstGeom prst="flowChartAlternate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Subordinate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一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___</a:t>
            </a:r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+mn-ea"/>
              </a:rPr>
              <a:t>西装</a:t>
            </a:r>
            <a:endParaRPr lang="zh-CN" altLang="en-US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466465" y="2695575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套</a:t>
            </a:r>
            <a:endParaRPr lang="zh-CN" altLang="en-US" sz="1000" b="1"/>
          </a:p>
        </p:txBody>
      </p:sp>
      <p:sp>
        <p:nvSpPr>
          <p:cNvPr id="37" name="文本框 36"/>
          <p:cNvSpPr txBox="1"/>
          <p:nvPr/>
        </p:nvSpPr>
        <p:spPr>
          <a:xfrm>
            <a:off x="3466465" y="3178175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件</a:t>
            </a:r>
            <a:endParaRPr lang="zh-CN" altLang="en-US" sz="1000" b="1"/>
          </a:p>
        </p:txBody>
      </p:sp>
      <p:sp>
        <p:nvSpPr>
          <p:cNvPr id="38" name="文本框 37"/>
          <p:cNvSpPr txBox="1"/>
          <p:nvPr/>
        </p:nvSpPr>
        <p:spPr>
          <a:xfrm>
            <a:off x="3466465" y="3605530"/>
            <a:ext cx="204470" cy="22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个</a:t>
            </a:r>
            <a:endParaRPr lang="zh-CN" altLang="en-US" sz="1000" b="1"/>
          </a:p>
        </p:txBody>
      </p:sp>
      <p:sp>
        <p:nvSpPr>
          <p:cNvPr id="39" name="文本框 38"/>
          <p:cNvSpPr txBox="1"/>
          <p:nvPr/>
        </p:nvSpPr>
        <p:spPr>
          <a:xfrm>
            <a:off x="3258185" y="4067810"/>
            <a:ext cx="631190" cy="258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000" b="1"/>
              <a:t>其他</a:t>
            </a:r>
            <a:endParaRPr lang="zh-CN" altLang="en-US" sz="1000" b="1"/>
          </a:p>
        </p:txBody>
      </p:sp>
      <p:sp>
        <p:nvSpPr>
          <p:cNvPr id="40" name="文本框 39"/>
          <p:cNvSpPr txBox="1"/>
          <p:nvPr/>
        </p:nvSpPr>
        <p:spPr>
          <a:xfrm>
            <a:off x="4862195" y="2653030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60%</a:t>
            </a:r>
            <a:endParaRPr lang="en-US" altLang="zh-CN" sz="1000" b="1"/>
          </a:p>
        </p:txBody>
      </p:sp>
      <p:sp>
        <p:nvSpPr>
          <p:cNvPr id="41" name="文本框 40"/>
          <p:cNvSpPr txBox="1"/>
          <p:nvPr/>
        </p:nvSpPr>
        <p:spPr>
          <a:xfrm>
            <a:off x="4862195" y="3157220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30%</a:t>
            </a:r>
            <a:endParaRPr lang="en-US" altLang="zh-CN" sz="1000" b="1"/>
          </a:p>
        </p:txBody>
      </p:sp>
      <p:sp>
        <p:nvSpPr>
          <p:cNvPr id="42" name="文本框 41"/>
          <p:cNvSpPr txBox="1"/>
          <p:nvPr/>
        </p:nvSpPr>
        <p:spPr>
          <a:xfrm>
            <a:off x="4862195" y="3627755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8%</a:t>
            </a:r>
            <a:endParaRPr lang="en-US" altLang="zh-CN" sz="1000" b="1"/>
          </a:p>
        </p:txBody>
      </p:sp>
      <p:sp>
        <p:nvSpPr>
          <p:cNvPr id="43" name="文本框 42"/>
          <p:cNvSpPr txBox="1"/>
          <p:nvPr/>
        </p:nvSpPr>
        <p:spPr>
          <a:xfrm>
            <a:off x="4862195" y="4084955"/>
            <a:ext cx="462915" cy="245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/>
              <a:t>2%</a:t>
            </a:r>
            <a:endParaRPr lang="en-US" altLang="zh-CN" sz="1000" b="1"/>
          </a:p>
        </p:txBody>
      </p:sp>
      <p:sp>
        <p:nvSpPr>
          <p:cNvPr id="45" name="同侧圆角矩形 44"/>
          <p:cNvSpPr/>
          <p:nvPr/>
        </p:nvSpPr>
        <p:spPr>
          <a:xfrm>
            <a:off x="5325110" y="1935480"/>
            <a:ext cx="3301365" cy="427990"/>
          </a:xfrm>
          <a:prstGeom prst="round2Same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/>
              <a:t>Task 2 Head Noun Completion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53" name="右箭头 52"/>
          <p:cNvSpPr/>
          <p:nvPr/>
        </p:nvSpPr>
        <p:spPr>
          <a:xfrm>
            <a:off x="6762115" y="3350260"/>
            <a:ext cx="199390" cy="15875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流程图: 可选过程 56"/>
          <p:cNvSpPr/>
          <p:nvPr/>
        </p:nvSpPr>
        <p:spPr>
          <a:xfrm>
            <a:off x="5629275" y="2821305"/>
            <a:ext cx="1053465" cy="43497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这是一个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_____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69" name="流程图: 可选过程 68"/>
          <p:cNvSpPr/>
          <p:nvPr/>
        </p:nvSpPr>
        <p:spPr>
          <a:xfrm>
            <a:off x="5629275" y="3611880"/>
            <a:ext cx="1053465" cy="434975"/>
          </a:xfrm>
          <a:prstGeom prst="flowChartAlternate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这是一件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_____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7117715" y="2762250"/>
            <a:ext cx="1244600" cy="494030"/>
          </a:xfrm>
          <a:prstGeom prst="roundRect">
            <a:avLst/>
          </a:prstGeom>
          <a:solidFill>
            <a:schemeClr val="bg1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7163435" y="2821305"/>
            <a:ext cx="1198880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 b="1"/>
              <a:t>西服、西装、衣服、外套</a:t>
            </a:r>
            <a:r>
              <a:rPr lang="en-US" altLang="zh-CN" sz="900" b="1"/>
              <a:t> …</a:t>
            </a:r>
            <a:endParaRPr lang="en-US" altLang="zh-CN" sz="900" b="1"/>
          </a:p>
        </p:txBody>
      </p:sp>
      <p:sp>
        <p:nvSpPr>
          <p:cNvPr id="74" name="文本框 73"/>
          <p:cNvSpPr txBox="1"/>
          <p:nvPr/>
        </p:nvSpPr>
        <p:spPr>
          <a:xfrm>
            <a:off x="7163435" y="3589020"/>
            <a:ext cx="1198880" cy="428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900" b="1"/>
              <a:t>黑色西装、西服、外套</a:t>
            </a:r>
            <a:r>
              <a:rPr lang="en-US" altLang="zh-CN" sz="900" b="1"/>
              <a:t> …</a:t>
            </a:r>
            <a:endParaRPr lang="en-US" altLang="zh-CN" sz="900" b="1"/>
          </a:p>
        </p:txBody>
      </p:sp>
      <p:sp>
        <p:nvSpPr>
          <p:cNvPr id="92" name="流程图: 过程 91"/>
          <p:cNvSpPr/>
          <p:nvPr/>
        </p:nvSpPr>
        <p:spPr>
          <a:xfrm>
            <a:off x="8719185" y="2395855"/>
            <a:ext cx="3343910" cy="219837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同侧圆角矩形 92"/>
          <p:cNvSpPr/>
          <p:nvPr/>
        </p:nvSpPr>
        <p:spPr>
          <a:xfrm>
            <a:off x="8728075" y="1935480"/>
            <a:ext cx="3343910" cy="462280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/>
              <a:t>Task 3 Referring Expression Generation</a:t>
            </a:r>
            <a:endParaRPr lang="en-US" altLang="zh-CN" sz="1200" b="1"/>
          </a:p>
        </p:txBody>
      </p:sp>
      <p:sp>
        <p:nvSpPr>
          <p:cNvPr id="96" name="右箭头 95"/>
          <p:cNvSpPr/>
          <p:nvPr/>
        </p:nvSpPr>
        <p:spPr>
          <a:xfrm>
            <a:off x="10113645" y="3346450"/>
            <a:ext cx="201930" cy="158750"/>
          </a:xfrm>
          <a:prstGeom prst="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文本框 98"/>
          <p:cNvSpPr txBox="1"/>
          <p:nvPr/>
        </p:nvSpPr>
        <p:spPr>
          <a:xfrm>
            <a:off x="398145" y="1927225"/>
            <a:ext cx="121602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/>
              <a:t>Visual Stimulus</a:t>
            </a:r>
            <a:endParaRPr lang="en-US" altLang="zh-CN" sz="1000" b="1"/>
          </a:p>
        </p:txBody>
      </p:sp>
      <p:sp>
        <p:nvSpPr>
          <p:cNvPr id="101" name="流程图: 可选过程 100"/>
          <p:cNvSpPr/>
          <p:nvPr/>
        </p:nvSpPr>
        <p:spPr>
          <a:xfrm>
            <a:off x="8812530" y="3202940"/>
            <a:ext cx="1259205" cy="424815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这是一</a:t>
            </a:r>
            <a:r>
              <a:rPr lang="en-US" altLang="zh-CN" sz="900" b="1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_____</a:t>
            </a:r>
            <a:endParaRPr lang="en-US" altLang="zh-CN" sz="900" b="1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10357485" y="2733675"/>
            <a:ext cx="1633220" cy="137922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10508615" y="2839085"/>
            <a:ext cx="1339850" cy="1143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套</a:t>
            </a:r>
            <a:r>
              <a:rPr lang="zh-CN" altLang="en-US" sz="900" b="1"/>
              <a:t>西服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身</a:t>
            </a:r>
            <a:r>
              <a:rPr lang="zh-CN" altLang="en-US" sz="900" b="1"/>
              <a:t>西装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套黑色的</a:t>
            </a:r>
            <a:r>
              <a:rPr lang="zh-CN" altLang="en-US" sz="900" b="1"/>
              <a:t>西服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900" b="1"/>
              <a:t>件黑色的</a:t>
            </a:r>
            <a:r>
              <a:rPr lang="zh-CN" altLang="en-US" sz="900" b="1"/>
              <a:t>衣服</a:t>
            </a: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900" b="1"/>
          </a:p>
        </p:txBody>
      </p:sp>
      <p:pic>
        <p:nvPicPr>
          <p:cNvPr id="5" name="图片 4" descr="free_1845057_2358638_1845057_su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45" y="2517775"/>
            <a:ext cx="1518920" cy="2076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WPS 演示</Application>
  <PresentationFormat>宽屏</PresentationFormat>
  <Paragraphs>54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</vt:lpstr>
      <vt:lpstr>微软雅黑</vt:lpstr>
      <vt:lpstr>Wingdings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PengYongHeng</dc:creator>
  <cp:lastModifiedBy>彭永恒</cp:lastModifiedBy>
  <cp:revision>16</cp:revision>
  <dcterms:created xsi:type="dcterms:W3CDTF">2026-05-15T15:58:00Z</dcterms:created>
  <dcterms:modified xsi:type="dcterms:W3CDTF">2026-05-17T05:32:33Z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1B171500154A44D59DF8595EB5DC267C_13</vt:lpwstr>
  </property>
</Properties>
</file>